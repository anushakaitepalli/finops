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B8055-E787-4084-92EE-211963B10057}" v="1" dt="2026-04-06T12:22:48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rao pulivarthi" userId="008c242a4221a1e4" providerId="LiveId" clId="{50EA57D4-32DA-49CE-B776-87D21E45C22E}"/>
    <pc:docChg chg="custSel modSld">
      <pc:chgData name="venkata rao pulivarthi" userId="008c242a4221a1e4" providerId="LiveId" clId="{50EA57D4-32DA-49CE-B776-87D21E45C22E}" dt="2026-04-06T12:36:39.191" v="15" actId="20577"/>
      <pc:docMkLst>
        <pc:docMk/>
      </pc:docMkLst>
      <pc:sldChg chg="modSp mod">
        <pc:chgData name="venkata rao pulivarthi" userId="008c242a4221a1e4" providerId="LiveId" clId="{50EA57D4-32DA-49CE-B776-87D21E45C22E}" dt="2026-04-06T12:36:39.191" v="15" actId="20577"/>
        <pc:sldMkLst>
          <pc:docMk/>
          <pc:sldMk cId="0" sldId="256"/>
        </pc:sldMkLst>
        <pc:spChg chg="mod">
          <ac:chgData name="venkata rao pulivarthi" userId="008c242a4221a1e4" providerId="LiveId" clId="{50EA57D4-32DA-49CE-B776-87D21E45C22E}" dt="2026-04-06T12:36:39.191" v="15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venkata rao pulivarthi" userId="008c242a4221a1e4" providerId="LiveId" clId="{50EA57D4-32DA-49CE-B776-87D21E45C22E}" dt="2026-04-06T12:22:53.149" v="6" actId="113"/>
        <pc:sldMkLst>
          <pc:docMk/>
          <pc:sldMk cId="0" sldId="257"/>
        </pc:sldMkLst>
        <pc:spChg chg="mod">
          <ac:chgData name="venkata rao pulivarthi" userId="008c242a4221a1e4" providerId="LiveId" clId="{50EA57D4-32DA-49CE-B776-87D21E45C22E}" dt="2026-04-06T12:22:53.149" v="6" actId="113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dirty="0"/>
              <a:t>FinOps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FinOps (Financial Operations) </a:t>
            </a:r>
            <a:endParaRPr lang="en-US" dirty="0"/>
          </a:p>
          <a:p>
            <a:r>
              <a:rPr lang="en-US" dirty="0"/>
              <a:t>That helps organizations </a:t>
            </a:r>
            <a:r>
              <a:rPr lang="en-US" b="1" dirty="0"/>
              <a:t>manage and optimize cloud costs efficiently</a:t>
            </a:r>
            <a:r>
              <a:rPr lang="en-US" dirty="0"/>
              <a:t>.</a:t>
            </a:r>
            <a:endParaRPr dirty="0"/>
          </a:p>
          <a:p>
            <a:r>
              <a:rPr dirty="0"/>
              <a:t>Combines Finance, Engineering, and Operations.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FinOps?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Control cloud costs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Cloud services charge based on usage. Without control, bills can increase quickly.</a:t>
            </a:r>
            <a:br>
              <a:rPr lang="en-US" sz="2000" dirty="0"/>
            </a:br>
            <a:r>
              <a:rPr lang="en-US" sz="2000" dirty="0"/>
              <a:t>FinOps helps monitor and reduce unnecessary spending</a:t>
            </a:r>
            <a:r>
              <a:rPr lang="en-US" dirty="0"/>
              <a:t>.</a:t>
            </a:r>
            <a:endParaRPr dirty="0"/>
          </a:p>
          <a:p>
            <a:r>
              <a:rPr dirty="0"/>
              <a:t>Improve visibility</a:t>
            </a:r>
          </a:p>
          <a:p>
            <a:r>
              <a:rPr dirty="0"/>
              <a:t>Optimize resource usage</a:t>
            </a:r>
          </a:p>
          <a:p>
            <a:r>
              <a:rPr dirty="0"/>
              <a:t>Better decision-making</a:t>
            </a:r>
            <a:endParaRPr lang="en-US" dirty="0"/>
          </a:p>
          <a:p>
            <a:r>
              <a:rPr lang="en-US" dirty="0"/>
              <a:t>Team Collaboration</a:t>
            </a:r>
          </a:p>
          <a:p>
            <a:r>
              <a:rPr lang="en-US" dirty="0"/>
              <a:t>Finance + DevOps work together → better decisions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FinOps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9865"/>
            <a:ext cx="8229600" cy="4525963"/>
          </a:xfrm>
        </p:spPr>
        <p:txBody>
          <a:bodyPr/>
          <a:lstStyle/>
          <a:p>
            <a:r>
              <a:rPr dirty="0"/>
              <a:t>1. Inform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dirty="0"/>
          </a:p>
          <a:p>
            <a:r>
              <a:rPr dirty="0"/>
              <a:t>2. Optimize</a:t>
            </a:r>
            <a:endParaRPr lang="en-US" dirty="0"/>
          </a:p>
          <a:p>
            <a:endParaRPr dirty="0"/>
          </a:p>
          <a:p>
            <a:r>
              <a:rPr dirty="0"/>
              <a:t>3. Operate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Continuous cycle for cost efficiency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D3EFCE-24BB-0CF4-3B18-59C026A32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38" y="1878412"/>
            <a:ext cx="487184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and track cloud usage &amp; costs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reports, dashboards, and budgets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A2A29CB-CE25-3943-EAF8-AF2A916D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38" y="2967335"/>
            <a:ext cx="553869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waste and reduce unnecessary spending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Arial" panose="020B0604020202020204" pitchFamily="34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emove unused services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237EFD-3E0D-4EA1-1AC9-E342DB9FA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38" y="4257819"/>
            <a:ext cx="491031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monitor and control spending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alerts, policies, and automation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Inform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cloud usage and costs</a:t>
            </a:r>
          </a:p>
          <a:p>
            <a:r>
              <a:t>Create dashboards and reports</a:t>
            </a:r>
          </a:p>
          <a:p>
            <a:r>
              <a:t>Identify spending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Optimize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unused resources</a:t>
            </a:r>
          </a:p>
          <a:p>
            <a:r>
              <a:t>Right-size infrastructure</a:t>
            </a:r>
          </a:p>
          <a:p>
            <a:r>
              <a:t>Use cost-saving plans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Operate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budgets and alerts</a:t>
            </a:r>
          </a:p>
          <a:p>
            <a:r>
              <a:t>Automate cost control</a:t>
            </a:r>
          </a:p>
          <a:p>
            <a:r>
              <a:t>Continuous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E-commerce company cloud bill increased from ₹50,000 to ₹1,20,000</a:t>
            </a:r>
            <a:endParaRPr lang="en-US" dirty="0"/>
          </a:p>
          <a:p>
            <a:endParaRPr lang="en-AU" dirty="0"/>
          </a:p>
          <a:p>
            <a:r>
              <a:rPr lang="en-US" dirty="0"/>
              <a:t>Your company uses cloud servers 24/7 </a:t>
            </a:r>
          </a:p>
          <a:p>
            <a:r>
              <a:rPr lang="en-US" dirty="0"/>
              <a:t>But at night, no one uses them </a:t>
            </a:r>
          </a:p>
          <a:p>
            <a:r>
              <a:rPr lang="en-US" dirty="0"/>
              <a:t>Without FinOps ❌</a:t>
            </a:r>
            <a:br>
              <a:rPr lang="en-US" dirty="0"/>
            </a:br>
            <a:r>
              <a:rPr lang="en-US" dirty="0"/>
              <a:t>→ You pay full cost</a:t>
            </a:r>
          </a:p>
          <a:p>
            <a:r>
              <a:rPr lang="en-US" dirty="0"/>
              <a:t>With FinOps ✅</a:t>
            </a:r>
            <a:br>
              <a:rPr lang="en-US" dirty="0"/>
            </a:br>
            <a:r>
              <a:rPr lang="en-US" dirty="0"/>
              <a:t>→ Servers are turned off at night → </a:t>
            </a:r>
            <a:r>
              <a:rPr lang="en-US" b="1" dirty="0"/>
              <a:t>save money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Inform: Identify unused resources</a:t>
            </a:r>
          </a:p>
          <a:p>
            <a:r>
              <a:t>Optimize: Shut down &amp; resize</a:t>
            </a:r>
          </a:p>
          <a:p>
            <a:r>
              <a:t>Operate: Set alerts and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costs</a:t>
            </a:r>
          </a:p>
          <a:p>
            <a:r>
              <a:t>Improved efficiency</a:t>
            </a:r>
          </a:p>
          <a:p>
            <a:r>
              <a:t>Better financial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FinOps ensures smart cloud spending</a:t>
            </a:r>
          </a:p>
          <a:p>
            <a:r>
              <a:t>Continuous improvement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251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Wingdings</vt:lpstr>
      <vt:lpstr>Office Theme</vt:lpstr>
      <vt:lpstr>What is FinOps</vt:lpstr>
      <vt:lpstr>Why FinOps?</vt:lpstr>
      <vt:lpstr>FinOps Lifecycle</vt:lpstr>
      <vt:lpstr>Stage 1: Inform</vt:lpstr>
      <vt:lpstr>Stage 2: Optimize</vt:lpstr>
      <vt:lpstr>Stage 3: Operate</vt:lpstr>
      <vt:lpstr>Scenario</vt:lpstr>
      <vt:lpstr>Process Flow</vt:lpstr>
      <vt:lpstr>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rao pulivarthi</cp:lastModifiedBy>
  <cp:revision>2</cp:revision>
  <dcterms:created xsi:type="dcterms:W3CDTF">2013-01-27T09:14:16Z</dcterms:created>
  <dcterms:modified xsi:type="dcterms:W3CDTF">2026-04-06T12:36:41Z</dcterms:modified>
  <cp:category/>
</cp:coreProperties>
</file>