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8083B5-B2FC-4A29-8333-93A123B51DEB}" v="1" dt="2026-04-07T08:34:11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a rao pulivarthi" userId="008c242a4221a1e4" providerId="LiveId" clId="{50EA57D4-32DA-49CE-B776-87D21E45C22E}"/>
    <pc:docChg chg="modSld">
      <pc:chgData name="venkata rao pulivarthi" userId="008c242a4221a1e4" providerId="LiveId" clId="{50EA57D4-32DA-49CE-B776-87D21E45C22E}" dt="2026-04-07T08:34:30.836" v="5" actId="20577"/>
      <pc:docMkLst>
        <pc:docMk/>
      </pc:docMkLst>
      <pc:sldChg chg="modSp mod">
        <pc:chgData name="venkata rao pulivarthi" userId="008c242a4221a1e4" providerId="LiveId" clId="{50EA57D4-32DA-49CE-B776-87D21E45C22E}" dt="2026-04-07T08:34:30.836" v="5" actId="20577"/>
        <pc:sldMkLst>
          <pc:docMk/>
          <pc:sldMk cId="0" sldId="256"/>
        </pc:sldMkLst>
        <pc:spChg chg="mod">
          <ac:chgData name="venkata rao pulivarthi" userId="008c242a4221a1e4" providerId="LiveId" clId="{50EA57D4-32DA-49CE-B776-87D21E45C22E}" dt="2026-04-07T08:34:30.836" v="5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Azure Cloud Risks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Overview of risks in Azure cloud and optimization strategies with real-life examples.</a:t>
            </a:r>
            <a:endParaRPr lang="en-US" dirty="0"/>
          </a:p>
          <a:p>
            <a:endParaRPr lang="en-AU" dirty="0"/>
          </a:p>
          <a:p>
            <a:r>
              <a:rPr lang="en-US" b="1"/>
              <a:t>Major </a:t>
            </a:r>
            <a:r>
              <a:rPr lang="en-US" b="1" dirty="0"/>
              <a:t>risks in Azure cloud</a:t>
            </a:r>
          </a:p>
          <a:p>
            <a:r>
              <a:rPr lang="en-US" dirty="0"/>
              <a:t> Cost overrun, security breaches, performance issues, downtime, governance issues, and skill gaps.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Overrun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Unused/over-provisioned resources</a:t>
            </a:r>
          </a:p>
          <a:p>
            <a:r>
              <a:t>Example: 5 idle VMs costing ₹25,000/month</a:t>
            </a:r>
          </a:p>
          <a:p>
            <a:r>
              <a:t>Optimization: Auto-shutdown, Reserved Instances, Azure Cost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Public access to sensitive data</a:t>
            </a:r>
          </a:p>
          <a:p>
            <a:r>
              <a:t>Example: Exposed Blob Storage</a:t>
            </a:r>
          </a:p>
          <a:p>
            <a:r>
              <a:t>Optimization: MFA, Encryption, Azure Security 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High latency due to wrong region</a:t>
            </a:r>
          </a:p>
          <a:p>
            <a:r>
              <a:t>Example: US-hosted app for Indian users</a:t>
            </a:r>
          </a:p>
          <a:p>
            <a:r>
              <a:t>Optimization: Azure CDN, Front Door, region selection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Underutilization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Low CPU usage but high cost</a:t>
            </a:r>
          </a:p>
          <a:p>
            <a:r>
              <a:t>Example: 8-core VM underused</a:t>
            </a:r>
          </a:p>
          <a:p>
            <a:r>
              <a:t>Optimization: Rightsizing, Azure Advisor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Availability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Single region deployment</a:t>
            </a:r>
          </a:p>
          <a:p>
            <a:r>
              <a:t>Example: App downtime during outage</a:t>
            </a:r>
          </a:p>
          <a:p>
            <a:r>
              <a:t>Optimization: Azure Backup, Site Recovery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Uncontrolled resource creation</a:t>
            </a:r>
          </a:p>
          <a:p>
            <a:r>
              <a:t>Example: Budget exceeded</a:t>
            </a:r>
          </a:p>
          <a:p>
            <a:r>
              <a:t>Optimization: Azure Policy, tagging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 Gap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 Poor architecture decisions</a:t>
            </a:r>
          </a:p>
          <a:p>
            <a:r>
              <a:t>Example: Using VM instead of serverless</a:t>
            </a:r>
          </a:p>
          <a:p>
            <a:r>
              <a:t>Optimization: Azure Functions,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Optimization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CDN → Load Balancer → App Service → Database</a:t>
            </a:r>
          </a:p>
          <a:p>
            <a:r>
              <a:t>Includes autoscaling, monitoring, and security layers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are Azure cloud risks?</a:t>
            </a:r>
          </a:p>
          <a:p>
            <a:r>
              <a:t>2. How to optimize Azure costs?</a:t>
            </a:r>
          </a:p>
          <a:p>
            <a:r>
              <a:t>3. What is Azure Advisor?</a:t>
            </a:r>
          </a:p>
          <a:p>
            <a:r>
              <a:t>4. Explain Reserved Instances</a:t>
            </a:r>
          </a:p>
          <a:p>
            <a:r>
              <a:t>5. How to improve performance in Azure?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261</Words>
  <Application>Microsoft Office PowerPoint</Application>
  <PresentationFormat>On-screen Show (4:3)</PresentationFormat>
  <Paragraphs>42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Azure Cloud Risks &amp; Optimization</vt:lpstr>
      <vt:lpstr>Cost Overrun Risk</vt:lpstr>
      <vt:lpstr>Security Risk</vt:lpstr>
      <vt:lpstr>Performance Risk</vt:lpstr>
      <vt:lpstr>Underutilization Risk</vt:lpstr>
      <vt:lpstr>Availability Risk</vt:lpstr>
      <vt:lpstr>Governance Risk</vt:lpstr>
      <vt:lpstr>Skill Gap Risk</vt:lpstr>
      <vt:lpstr>Architecture Optimization Flow</vt:lpstr>
      <vt:lpstr>Interview 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venkata rao pulivarthi</cp:lastModifiedBy>
  <cp:revision>2</cp:revision>
  <dcterms:created xsi:type="dcterms:W3CDTF">2013-01-27T09:14:16Z</dcterms:created>
  <dcterms:modified xsi:type="dcterms:W3CDTF">2026-04-07T08:34:32Z</dcterms:modified>
  <cp:category/>
</cp:coreProperties>
</file>