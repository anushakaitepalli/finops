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FinOps in Azure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Operations (FinOps) is a practice to manage cloud costs efficiently.</a:t>
            </a:r>
          </a:p>
          <a:p>
            <a:r>
              <a:t>Focus: Cost optimization, visibility, and accountability.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FinOps?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Control cloud spending</a:t>
            </a:r>
          </a:p>
          <a:p>
            <a:r>
              <a:t>• Improve cost visibility</a:t>
            </a:r>
          </a:p>
          <a:p>
            <a:r>
              <a:t>• Optimize resource usage</a:t>
            </a:r>
          </a:p>
          <a:p>
            <a:r>
              <a:t>• Align finance &amp; engineering teams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FinOps Lifecycle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Inform – Cost visibility &amp; reporting</a:t>
            </a:r>
          </a:p>
          <a:p>
            <a:r>
              <a:t>2. Optimize – Cost reduction strategies</a:t>
            </a:r>
          </a:p>
          <a:p>
            <a:r>
              <a:t>3. Operate – Continuous monitoring &amp;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FinOps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runs an e-commerce app on Azure.</a:t>
            </a:r>
          </a:p>
          <a:p>
            <a:r>
              <a:t>Facing high monthly bills.</a:t>
            </a:r>
          </a:p>
          <a:p>
            <a:r>
              <a:t>Goal: Reduce cost while maintaining performance.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1: Inform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Azure Cost Management</a:t>
            </a:r>
          </a:p>
          <a:p>
            <a:r>
              <a:t>• Identify high-cost resources</a:t>
            </a:r>
          </a:p>
          <a:p>
            <a:r>
              <a:t>• Analyze usage trends</a:t>
            </a:r>
          </a:p>
          <a:p>
            <a:r>
              <a:t>• Create cost reports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2: Optimize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Resize VMs</a:t>
            </a:r>
          </a:p>
          <a:p>
            <a:r>
              <a:t>• Use Reserved Instances</a:t>
            </a:r>
          </a:p>
          <a:p>
            <a:r>
              <a:t>• Auto-scale resources</a:t>
            </a:r>
          </a:p>
          <a:p>
            <a:r>
              <a:t>• Remove unused resources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Stage 3: Operate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Set budgets &amp; alerts</a:t>
            </a:r>
          </a:p>
          <a:p>
            <a:r>
              <a:t>• Continuous monitoring</a:t>
            </a:r>
          </a:p>
          <a:p>
            <a:r>
              <a:t>• Policy enforcement</a:t>
            </a:r>
          </a:p>
          <a:p>
            <a:r>
              <a:t>• Regular cost reviews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Azure FinOps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Azure Cost Management</a:t>
            </a:r>
          </a:p>
          <a:p>
            <a:pPr marL="0" indent="0">
              <a:buNone/>
            </a:pPr>
            <a:r>
              <a:rPr dirty="0"/>
              <a:t>• Azure Advisor</a:t>
            </a:r>
          </a:p>
          <a:p>
            <a:pPr marL="0" indent="0">
              <a:buNone/>
            </a:pPr>
            <a:r>
              <a:rPr dirty="0"/>
              <a:t>• Azure Monitor</a:t>
            </a:r>
          </a:p>
          <a:p>
            <a:pPr marL="0" indent="0">
              <a:buNone/>
            </a:pPr>
            <a:r>
              <a:rPr dirty="0"/>
              <a:t>• Azure Budgets</a:t>
            </a:r>
          </a:p>
          <a:p>
            <a:pPr marL="0" indent="0">
              <a:buNone/>
            </a:pPr>
            <a:r>
              <a:rPr dirty="0"/>
              <a:t>• Azure Pricing Calculator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Minor / Supporting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Azure Policy</a:t>
            </a:r>
          </a:p>
          <a:p>
            <a:pPr marL="0" indent="0">
              <a:buNone/>
            </a:pPr>
            <a:r>
              <a:rPr dirty="0"/>
              <a:t>• Azure Automation</a:t>
            </a:r>
          </a:p>
          <a:p>
            <a:pPr marL="0" indent="0">
              <a:buNone/>
            </a:pPr>
            <a:r>
              <a:rPr dirty="0"/>
              <a:t>• Azure Log Analytics</a:t>
            </a:r>
          </a:p>
          <a:p>
            <a:pPr marL="0" indent="0">
              <a:buNone/>
            </a:pPr>
            <a:r>
              <a:rPr dirty="0"/>
              <a:t>• Power BI</a:t>
            </a:r>
          </a:p>
          <a:p>
            <a:pPr marL="0" indent="0">
              <a:buNone/>
            </a:pPr>
            <a:r>
              <a:rPr dirty="0"/>
              <a:t>• Azure Resource Graph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Tag resources properly</a:t>
            </a:r>
          </a:p>
          <a:p>
            <a:r>
              <a:t>• Use auto-scaling</a:t>
            </a:r>
          </a:p>
          <a:p>
            <a:r>
              <a:t>• Monitor regularly</a:t>
            </a:r>
          </a:p>
          <a:p>
            <a:r>
              <a:t>• Choose right pricing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FinOps helps organizations control cloud costs, improve efficiency, and maximize business value.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232</Words>
  <Application>Microsoft Office PowerPoint</Application>
  <PresentationFormat>On-screen Show (4:3)</PresentationFormat>
  <Paragraphs>50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FinOps in Azure Cloud</vt:lpstr>
      <vt:lpstr>Why FinOps?</vt:lpstr>
      <vt:lpstr>FinOps Lifecycle Stages</vt:lpstr>
      <vt:lpstr>Azure FinOps Scenario</vt:lpstr>
      <vt:lpstr>Stage 1: Inform</vt:lpstr>
      <vt:lpstr>Stage 2: Optimize</vt:lpstr>
      <vt:lpstr>Stage 3: Operate</vt:lpstr>
      <vt:lpstr>Major Azure FinOps Tools</vt:lpstr>
      <vt:lpstr>Minor / Supporting Tools</vt:lpstr>
      <vt:lpstr>Best Practices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venkata rao pulivarthi</cp:lastModifiedBy>
  <cp:revision>2</cp:revision>
  <dcterms:created xsi:type="dcterms:W3CDTF">2013-01-27T09:14:16Z</dcterms:created>
  <dcterms:modified xsi:type="dcterms:W3CDTF">2026-04-06T12:35:50Z</dcterms:modified>
  <cp:category/>
</cp:coreProperties>
</file>