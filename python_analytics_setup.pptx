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Analytics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Local Setup + Analytics Package Setup + Basic Analytics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Python</a:t>
            </a:r>
          </a:p>
          <a:p>
            <a:r>
              <a:t>Install and enable 'Add to PATH'</a:t>
            </a:r>
          </a:p>
          <a:p>
            <a:r>
              <a:t>Verify using python --version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Editor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VS Code or PyCharm</a:t>
            </a:r>
          </a:p>
          <a:p>
            <a:r>
              <a:t>Use for writing and running Python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virtualenv</a:t>
            </a:r>
          </a:p>
          <a:p>
            <a:r>
              <a:t>Create environment</a:t>
            </a:r>
          </a:p>
          <a:p>
            <a:r>
              <a:t>Activate environment</a:t>
            </a:r>
          </a:p>
          <a:p>
            <a:r>
              <a:t>Helps manage dependencies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using pip:</a:t>
            </a:r>
          </a:p>
          <a:p>
            <a:r>
              <a:t>numpy</a:t>
            </a:r>
          </a:p>
          <a:p>
            <a:r>
              <a:t>pandas</a:t>
            </a:r>
          </a:p>
          <a:p>
            <a:r>
              <a:t>matplotlib</a:t>
            </a:r>
          </a:p>
          <a:p>
            <a:r>
              <a:t>seaborn</a:t>
            </a:r>
          </a:p>
          <a:p>
            <a:r>
              <a:t>scikit-learn</a:t>
            </a:r>
          </a:p>
          <a:p>
            <a:r>
              <a:t>jupyter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Packages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Pandas: Data handling</a:t>
            </a:r>
          </a:p>
          <a:p>
            <a:r>
              <a:t>NumPy: Calculations</a:t>
            </a:r>
          </a:p>
          <a:p>
            <a:r>
              <a:t>Matplotlib/Seaborn: Visualization</a:t>
            </a:r>
          </a:p>
          <a:p>
            <a:r>
              <a:t>Scikit-learn: 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Analytics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</a:t>
            </a:r>
          </a:p>
          <a:p>
            <a:r>
              <a:t>Data Cleaning</a:t>
            </a:r>
          </a:p>
          <a:p>
            <a:r>
              <a:t>Data Processing</a:t>
            </a:r>
          </a:p>
          <a:p>
            <a:r>
              <a:t>Data Analysis</a:t>
            </a:r>
          </a:p>
          <a:p>
            <a:r>
              <a:t>Visualization</a:t>
            </a:r>
          </a:p>
          <a:p>
            <a:r>
              <a:t>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Sources: Excel, Database, APIs, Cloud</a:t>
            </a:r>
          </a:p>
          <a:p>
            <a:r>
              <a:t>Example: Sales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 missing values</a:t>
            </a:r>
          </a:p>
          <a:p>
            <a:r>
              <a:t>Remove duplicates</a:t>
            </a:r>
          </a:p>
          <a:p>
            <a:r>
              <a:t>Fix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new columns</a:t>
            </a:r>
          </a:p>
          <a:p>
            <a:r>
              <a:t>Transform data</a:t>
            </a:r>
          </a:p>
          <a:p>
            <a:r>
              <a:t>Example: Total = Price * Quantity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data</a:t>
            </a:r>
          </a:p>
          <a:p>
            <a:r>
              <a:t>Find trends</a:t>
            </a:r>
          </a:p>
          <a:p>
            <a:r>
              <a:t>Example: Sales by category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charts like bar, line, pie</a:t>
            </a:r>
          </a:p>
          <a:p>
            <a:r>
              <a:t>Helps understand trends easily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decisions based on data</a:t>
            </a:r>
          </a:p>
          <a:p>
            <a:r>
              <a:t>Example: Increase stock for high-demand products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 analysis</a:t>
            </a:r>
          </a:p>
          <a:p>
            <a:r>
              <a:t>Find top selling products</a:t>
            </a:r>
          </a:p>
          <a:p>
            <a:r>
              <a:t>Improve sales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